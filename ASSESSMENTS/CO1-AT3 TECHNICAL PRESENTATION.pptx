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59" r:id="rId1"/>
  </p:sldMasterIdLst>
  <p:notesMasterIdLst>
    <p:notesMasterId r:id="rId7"/>
  </p:notesMasterIdLst>
  <p:sldIdLst>
    <p:sldId id="257" r:id="rId2"/>
    <p:sldId id="276" r:id="rId3"/>
    <p:sldId id="278" r:id="rId4"/>
    <p:sldId id="279" r:id="rId5"/>
    <p:sldId id="27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D9E895-F540-4F50-8902-DA4ADD400CBB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4EDD64-9D27-44FC-86C0-2CAA5B7CE58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2315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4EDD64-9D27-44FC-86C0-2CAA5B7CE580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135760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DDF131-4422-37EB-A303-F9EB4458B3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AEDC12-5DE1-B8E3-A9C0-E5DCFF6DDB3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BBCBCF2-972B-A7D8-2CD8-19EB00D7BD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C4616-B13B-4EDF-BF09-26EB77467BED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C4DA94-D97C-5850-FF8F-BD59F96406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6A065B4-9943-32DE-7369-61F48E06D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F99DD-D208-4A1A-B447-B9FEC589B9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2262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89FEB6-D59A-7E8B-C570-0D2D80794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C7285-A5C7-C56C-1592-D7537867AC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115327-C0BC-4573-15E8-D9D2809ECC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C4616-B13B-4EDF-BF09-26EB77467BED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6D855-6303-FD46-547E-A238146109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FB3EA1-EEF2-AAA8-B637-3F452E6851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F99DD-D208-4A1A-B447-B9FEC589B9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858665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95C0F-7250-15C6-ABBF-248A9B9A84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BB51E5-AF79-3B47-1B99-ADA35524ED1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27450F-67AA-0EBD-3D48-AB5CDA32B5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C4616-B13B-4EDF-BF09-26EB77467BED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3DA210-DFA5-DDE0-41C4-15B3F54194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031137-2945-C06A-92E7-C20EFAF21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F99DD-D208-4A1A-B447-B9FEC589B9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225340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A7BB0-9023-F96B-41D8-0008377736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EC7EF7-7ED0-F6A3-39D0-180F3DC5D05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779CC6C-81BC-6FAF-281B-3B7EF76991A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BB7927D-CA62-1EE5-59C5-7199037E7E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C4616-B13B-4EDF-BF09-26EB77467BED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7FF932-C748-F90F-DF2D-DAA93EB03E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73FA1AE-E81B-3EB5-FE7D-F4D9BB0635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F99DD-D208-4A1A-B447-B9FEC589B9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210649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0EF762-7DB6-441D-86C2-969D083722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38C63E-AF13-6986-7EEC-76130ED393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C859DC-79CE-D6EC-8205-3183C9063B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F648E2-DE91-1552-B63D-093094177D9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096B12-AF3A-1143-3837-2C58B9BB88C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D1533D6-67BF-155E-FA00-18A8E636DC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C4616-B13B-4EDF-BF09-26EB77467BED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A2007C5-292E-0104-F9E0-3B742D7F37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F6D823D-E6FD-4B46-5676-B505B3EA0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F99DD-D208-4A1A-B447-B9FEC589B9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80406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1FD6F8-12F1-482D-308B-B0985828A0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623AEDF-AC42-ED4F-2587-425CBB3902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C4616-B13B-4EDF-BF09-26EB77467BED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FDF33C3-6543-7CFB-CB71-16552DBA6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BA0E44F-7888-4FA8-D61C-34BF7C73A4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F99DD-D208-4A1A-B447-B9FEC589B9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897661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CDBFC7B-8D3D-B135-EAF4-2EFDF142C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C4616-B13B-4EDF-BF09-26EB77467BED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9CB3873-D2BA-6D64-5D44-8ADE928A04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BD6CCA2-7BF6-D0D7-2F5C-B52EB01A68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F99DD-D208-4A1A-B447-B9FEC589B9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83041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67F4FE-6736-2976-D6A1-9947E1B3A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0379CE-F01F-8279-0D45-F6EAE23AC1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AB9032-9CC6-63E5-D481-B3A6B2B0807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D1DF8E-861D-AB8E-5FBB-1899B69AE5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C4616-B13B-4EDF-BF09-26EB77467BED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F0AD362-A039-BE82-8C38-298631A696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B9153E-7C60-3436-D380-EBDD3FFFDD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F99DD-D208-4A1A-B447-B9FEC589B9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16466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1EAE90-9747-1CF8-FFA7-D7E353583A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8C4DF0-80EF-F84A-C88F-0EA096F38CE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8C4EBAE-A412-0030-362B-79E1CFCD8B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53C1E2-BD52-0FF3-F180-589C6F72E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C4616-B13B-4EDF-BF09-26EB77467BED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737B92-9D4E-B423-A1E2-3A57339E4B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2ABCC4D-0D20-4B4B-4713-9C9B187E6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F99DD-D208-4A1A-B447-B9FEC589B9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09110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B425A-927C-33DE-3DD7-271912B9FB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643227-7BC4-C63F-727B-8A0A451B26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E04FD7-5972-17F7-B039-98816D97EF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C4616-B13B-4EDF-BF09-26EB77467BED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1D2CAB-EF9B-B2A6-EFD3-B646FD59ED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3B2462-F82D-AEB2-A260-A063A27206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F99DD-D208-4A1A-B447-B9FEC589B9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65680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845F52-81DA-9FFC-1A9F-BC23DF2C3A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4EF1FF9-8919-9410-3EFF-5742FAACB2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1EF1C6-90CA-026E-2563-5F5BA15610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8C4616-B13B-4EDF-BF09-26EB77467BED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6C4E62-AEB7-8EFB-93C9-E68DE5CBF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F73133-7121-819A-F102-BD941947E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BDF99DD-D208-4A1A-B447-B9FEC589B9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07532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028AE0F-DDFC-8ECF-F1D5-20DBB6C00E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F7476E-210A-6619-7A2F-F2FC6EAD46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A4988-BF46-201B-EA5E-F7D761DD271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D8C4616-B13B-4EDF-BF09-26EB77467BED}" type="datetimeFigureOut">
              <a:rPr lang="en-IN" smtClean="0"/>
              <a:t>28-07-2026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E0A05B-2B89-F421-E58A-9D633B9CB6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181A3D-4FFC-4533-3E1D-F14AA9F878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BDF99DD-D208-4A1A-B447-B9FEC589B9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13427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2" r:id="rId3"/>
    <p:sldLayoutId id="2147483863" r:id="rId4"/>
    <p:sldLayoutId id="2147483864" r:id="rId5"/>
    <p:sldLayoutId id="2147483865" r:id="rId6"/>
    <p:sldLayoutId id="2147483866" r:id="rId7"/>
    <p:sldLayoutId id="2147483867" r:id="rId8"/>
    <p:sldLayoutId id="2147483868" r:id="rId9"/>
    <p:sldLayoutId id="2147483869" r:id="rId10"/>
    <p:sldLayoutId id="2147483870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3317AD-47DF-F79C-969A-97E14DB41A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EA59741-142F-481A-85A1-88152257DE67}"/>
              </a:ext>
            </a:extLst>
          </p:cNvPr>
          <p:cNvSpPr txBox="1"/>
          <p:nvPr/>
        </p:nvSpPr>
        <p:spPr>
          <a:xfrm>
            <a:off x="3911945" y="1970733"/>
            <a:ext cx="386516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One-Pass vs </a:t>
            </a:r>
          </a:p>
          <a:p>
            <a:pPr algn="ctr"/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Multi-Pass Compiler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38" name="Picture 14">
            <a:extLst>
              <a:ext uri="{FF2B5EF4-FFF2-40B4-BE49-F238E27FC236}">
                <a16:creationId xmlns:a16="http://schemas.microsoft.com/office/drawing/2014/main" id="{23FCDD2E-9D4D-367C-DECF-56309AF0A3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6307" y="209369"/>
            <a:ext cx="4553379" cy="1397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E4D0485-158A-76E1-6B34-A1A975B21771}"/>
              </a:ext>
            </a:extLst>
          </p:cNvPr>
          <p:cNvSpPr txBox="1"/>
          <p:nvPr/>
        </p:nvSpPr>
        <p:spPr>
          <a:xfrm>
            <a:off x="837076" y="4372716"/>
            <a:ext cx="3671840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011" lvl="0" indent="0">
              <a:lnSpc>
                <a:spcPct val="100000"/>
              </a:lnSpc>
              <a:buNone/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marL="88011" lvl="0" indent="0">
              <a:lnSpc>
                <a:spcPct val="100000"/>
              </a:lnSpc>
              <a:buNone/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8011" lvl="0" indent="0">
              <a:lnSpc>
                <a:spcPct val="10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Rekha S K (192511023)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56F398E-4369-5F95-AA7A-B2656DEF7678}"/>
              </a:ext>
            </a:extLst>
          </p:cNvPr>
          <p:cNvSpPr txBox="1"/>
          <p:nvPr/>
        </p:nvSpPr>
        <p:spPr>
          <a:xfrm>
            <a:off x="8246809" y="4403493"/>
            <a:ext cx="2875281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 THE GUIDANCE</a:t>
            </a:r>
          </a:p>
          <a:p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N. Deepa</a:t>
            </a:r>
          </a:p>
        </p:txBody>
      </p:sp>
      <p:pic>
        <p:nvPicPr>
          <p:cNvPr id="1026" name="Picture 2" descr="Admissions — SIMATS">
            <a:extLst>
              <a:ext uri="{FF2B5EF4-FFF2-40B4-BE49-F238E27FC236}">
                <a16:creationId xmlns:a16="http://schemas.microsoft.com/office/drawing/2014/main" id="{2E56F276-E66D-5432-119E-2ED16C8FAB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63506" y="209369"/>
            <a:ext cx="5732186" cy="1236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5050CA8-B9A2-BFB2-B56D-6DC208FE9945}"/>
              </a:ext>
            </a:extLst>
          </p:cNvPr>
          <p:cNvSpPr txBox="1"/>
          <p:nvPr/>
        </p:nvSpPr>
        <p:spPr>
          <a:xfrm>
            <a:off x="3911945" y="3429000"/>
            <a:ext cx="38651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CSA1407– COMPILER DESIGN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911694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D3AF16-9F16-311F-F966-CB05E141A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8" name="Picture 14">
            <a:extLst>
              <a:ext uri="{FF2B5EF4-FFF2-40B4-BE49-F238E27FC236}">
                <a16:creationId xmlns:a16="http://schemas.microsoft.com/office/drawing/2014/main" id="{35007D36-DB4D-5F9D-5213-4A7A10613B1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779"/>
          <a:stretch>
            <a:fillRect/>
          </a:stretch>
        </p:blipFill>
        <p:spPr bwMode="auto">
          <a:xfrm>
            <a:off x="396308" y="209369"/>
            <a:ext cx="1193954" cy="1397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Admissions — SIMATS">
            <a:extLst>
              <a:ext uri="{FF2B5EF4-FFF2-40B4-BE49-F238E27FC236}">
                <a16:creationId xmlns:a16="http://schemas.microsoft.com/office/drawing/2014/main" id="{EDBDC613-5EA0-5576-0190-D8357BA6803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603"/>
          <a:stretch>
            <a:fillRect/>
          </a:stretch>
        </p:blipFill>
        <p:spPr bwMode="auto">
          <a:xfrm>
            <a:off x="10454546" y="209369"/>
            <a:ext cx="1341146" cy="1236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29873B28-9EB6-077D-42E6-DDC269C3D841}"/>
              </a:ext>
            </a:extLst>
          </p:cNvPr>
          <p:cNvSpPr txBox="1"/>
          <p:nvPr/>
        </p:nvSpPr>
        <p:spPr>
          <a:xfrm>
            <a:off x="4416356" y="646716"/>
            <a:ext cx="3359288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What is a Compiler?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0F1759FA-733D-BF79-8BFF-B5876F4EDE83}"/>
              </a:ext>
            </a:extLst>
          </p:cNvPr>
          <p:cNvSpPr txBox="1"/>
          <p:nvPr/>
        </p:nvSpPr>
        <p:spPr>
          <a:xfrm>
            <a:off x="993285" y="1808170"/>
            <a:ext cx="5102715" cy="43476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Compiler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source code into machine code.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Checks for syntax and semantic errors.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an executable program.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Acts as a translator between the programmer and the computer.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different phases such as lexical analysis, syntax analysis, semantic analysis, code optimization, and code generation. </a:t>
            </a:r>
          </a:p>
          <a:p>
            <a:pPr>
              <a:lnSpc>
                <a:spcPct val="200000"/>
              </a:lnSpc>
            </a:pP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BE9130D-D77F-9A58-D17A-00F63CB6B841}"/>
              </a:ext>
            </a:extLst>
          </p:cNvPr>
          <p:cNvSpPr txBox="1"/>
          <p:nvPr/>
        </p:nvSpPr>
        <p:spPr>
          <a:xfrm>
            <a:off x="7063274" y="2043404"/>
            <a:ext cx="3841750" cy="33934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Types of Compiler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One-Pass Compiler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Reads the source code only once.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Multi-Pass Compiler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– Reads the source code multiple times for better optimization.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7DC0730-1B9D-23D9-532F-03B8BAAF26AD}"/>
              </a:ext>
            </a:extLst>
          </p:cNvPr>
          <p:cNvCxnSpPr>
            <a:cxnSpLocks/>
          </p:cNvCxnSpPr>
          <p:nvPr/>
        </p:nvCxnSpPr>
        <p:spPr>
          <a:xfrm>
            <a:off x="6483482" y="1616615"/>
            <a:ext cx="17369" cy="457257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13383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870D7E-307E-F30F-EE1F-C68209294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8" name="Picture 14">
            <a:extLst>
              <a:ext uri="{FF2B5EF4-FFF2-40B4-BE49-F238E27FC236}">
                <a16:creationId xmlns:a16="http://schemas.microsoft.com/office/drawing/2014/main" id="{F9767E70-5FA4-4DD9-819D-2E12340500B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779"/>
          <a:stretch>
            <a:fillRect/>
          </a:stretch>
        </p:blipFill>
        <p:spPr bwMode="auto">
          <a:xfrm>
            <a:off x="396308" y="209369"/>
            <a:ext cx="1193954" cy="1397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Admissions — SIMATS">
            <a:extLst>
              <a:ext uri="{FF2B5EF4-FFF2-40B4-BE49-F238E27FC236}">
                <a16:creationId xmlns:a16="http://schemas.microsoft.com/office/drawing/2014/main" id="{14744112-2BF9-BD74-D940-C51C67BF08C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603"/>
          <a:stretch>
            <a:fillRect/>
          </a:stretch>
        </p:blipFill>
        <p:spPr bwMode="auto">
          <a:xfrm>
            <a:off x="10454546" y="209369"/>
            <a:ext cx="1341146" cy="1236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1613539-1E43-347F-3723-C00C33B5C189}"/>
              </a:ext>
            </a:extLst>
          </p:cNvPr>
          <p:cNvSpPr txBox="1"/>
          <p:nvPr/>
        </p:nvSpPr>
        <p:spPr>
          <a:xfrm>
            <a:off x="4295200" y="677493"/>
            <a:ext cx="345440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ONE-PASS COMPILER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1EA0C7-5282-6F9B-F7A1-8907F197CD42}"/>
              </a:ext>
            </a:extLst>
          </p:cNvPr>
          <p:cNvSpPr txBox="1"/>
          <p:nvPr/>
        </p:nvSpPr>
        <p:spPr>
          <a:xfrm>
            <a:off x="1431641" y="2319798"/>
            <a:ext cx="5081126" cy="3331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Reads the source code only once.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 execution.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less memory.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Suitable for simple programming languages.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Simple and easy to implement.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Produces machine code during a single scan.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2A122F0-4FE0-137C-6930-24523368F87F}"/>
              </a:ext>
            </a:extLst>
          </p:cNvPr>
          <p:cNvSpPr txBox="1"/>
          <p:nvPr/>
        </p:nvSpPr>
        <p:spPr>
          <a:xfrm>
            <a:off x="1156996" y="1763486"/>
            <a:ext cx="231185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One-Pass Compiler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8FA23B-4742-5477-6642-7D1071522D58}"/>
              </a:ext>
            </a:extLst>
          </p:cNvPr>
          <p:cNvCxnSpPr>
            <a:cxnSpLocks/>
          </p:cNvCxnSpPr>
          <p:nvPr/>
        </p:nvCxnSpPr>
        <p:spPr>
          <a:xfrm>
            <a:off x="6699380" y="1607284"/>
            <a:ext cx="0" cy="4317655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59031D5-5543-10F2-5E98-3F17C16EBB4E}"/>
              </a:ext>
            </a:extLst>
          </p:cNvPr>
          <p:cNvSpPr txBox="1"/>
          <p:nvPr/>
        </p:nvSpPr>
        <p:spPr>
          <a:xfrm>
            <a:off x="7580600" y="1823143"/>
            <a:ext cx="3454404" cy="388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Faster compilation time.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less memory. </a:t>
            </a:r>
          </a:p>
          <a:p>
            <a:pPr>
              <a:lnSpc>
                <a:spcPct val="20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Limited error detection.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perform advanced code optimization.</a:t>
            </a:r>
          </a:p>
        </p:txBody>
      </p:sp>
    </p:spTree>
    <p:extLst>
      <p:ext uri="{BB962C8B-B14F-4D97-AF65-F5344CB8AC3E}">
        <p14:creationId xmlns:p14="http://schemas.microsoft.com/office/powerpoint/2010/main" val="2788958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6CE336-103D-64EC-8864-F27EB682DD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8" name="Picture 14">
            <a:extLst>
              <a:ext uri="{FF2B5EF4-FFF2-40B4-BE49-F238E27FC236}">
                <a16:creationId xmlns:a16="http://schemas.microsoft.com/office/drawing/2014/main" id="{0DC8A012-E4AE-1882-0700-69066704A47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3779"/>
          <a:stretch>
            <a:fillRect/>
          </a:stretch>
        </p:blipFill>
        <p:spPr bwMode="auto">
          <a:xfrm>
            <a:off x="396308" y="209369"/>
            <a:ext cx="1193954" cy="13979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6" name="Picture 2" descr="Admissions — SIMATS">
            <a:extLst>
              <a:ext uri="{FF2B5EF4-FFF2-40B4-BE49-F238E27FC236}">
                <a16:creationId xmlns:a16="http://schemas.microsoft.com/office/drawing/2014/main" id="{149D7952-5371-2B27-EFE0-1DC8F3C5E4B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6603"/>
          <a:stretch>
            <a:fillRect/>
          </a:stretch>
        </p:blipFill>
        <p:spPr bwMode="auto">
          <a:xfrm>
            <a:off x="10454546" y="209369"/>
            <a:ext cx="1341146" cy="12368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BBA2D4-5A7F-B3B3-5F16-678E5665129A}"/>
              </a:ext>
            </a:extLst>
          </p:cNvPr>
          <p:cNvSpPr txBox="1"/>
          <p:nvPr/>
        </p:nvSpPr>
        <p:spPr>
          <a:xfrm>
            <a:off x="4194582" y="677493"/>
            <a:ext cx="380283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MULTI-PASS COMPILER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2C332AA-A1D1-652E-80AD-723DD4419959}"/>
              </a:ext>
            </a:extLst>
          </p:cNvPr>
          <p:cNvSpPr txBox="1"/>
          <p:nvPr/>
        </p:nvSpPr>
        <p:spPr>
          <a:xfrm>
            <a:off x="1346718" y="2284463"/>
            <a:ext cx="4683968" cy="33319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Reads the program multiple times.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error detection.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Produces optimized code.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for complex programming languages.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Generates high-quality and efficient machine code.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01CC177-BDD3-07DA-1F76-13C3524B22CD}"/>
              </a:ext>
            </a:extLst>
          </p:cNvPr>
          <p:cNvSpPr txBox="1"/>
          <p:nvPr/>
        </p:nvSpPr>
        <p:spPr>
          <a:xfrm>
            <a:off x="1894113" y="1786963"/>
            <a:ext cx="246734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Multi-Pass Compiler</a:t>
            </a: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D9DF7CDE-012F-3B5A-CADC-5EADFA0672AF}"/>
              </a:ext>
            </a:extLst>
          </p:cNvPr>
          <p:cNvCxnSpPr>
            <a:cxnSpLocks/>
          </p:cNvCxnSpPr>
          <p:nvPr/>
        </p:nvCxnSpPr>
        <p:spPr>
          <a:xfrm>
            <a:off x="6503437" y="1663821"/>
            <a:ext cx="0" cy="4573223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2339F076-03D8-ED9F-23DB-E8D12CE2EA9B}"/>
              </a:ext>
            </a:extLst>
          </p:cNvPr>
          <p:cNvSpPr txBox="1"/>
          <p:nvPr/>
        </p:nvSpPr>
        <p:spPr>
          <a:xfrm>
            <a:off x="7278002" y="1701091"/>
            <a:ext cx="3777823" cy="38859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error detection and reporting.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Produces optimized and efficient code. </a:t>
            </a:r>
          </a:p>
          <a:p>
            <a:pPr>
              <a:lnSpc>
                <a:spcPct val="20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Disadvantages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Slower compilation time. </a:t>
            </a:r>
          </a:p>
          <a:p>
            <a:pPr marL="285750" indent="-285750"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Requires more memory.</a:t>
            </a:r>
          </a:p>
        </p:txBody>
      </p:sp>
    </p:spTree>
    <p:extLst>
      <p:ext uri="{BB962C8B-B14F-4D97-AF65-F5344CB8AC3E}">
        <p14:creationId xmlns:p14="http://schemas.microsoft.com/office/powerpoint/2010/main" val="52357857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C15AAC-6985-5A88-58DA-DB3062A35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41F083E7-520E-F890-D8F9-D3B5F9C87796}"/>
              </a:ext>
            </a:extLst>
          </p:cNvPr>
          <p:cNvSpPr txBox="1"/>
          <p:nvPr/>
        </p:nvSpPr>
        <p:spPr>
          <a:xfrm>
            <a:off x="733011" y="2690336"/>
            <a:ext cx="609765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88011" lvl="0" indent="0">
              <a:lnSpc>
                <a:spcPct val="100000"/>
              </a:lnSpc>
              <a:buNone/>
            </a:pPr>
            <a:endParaRPr lang="en-IN" dirty="0">
              <a:latin typeface="Arial Black" pitchFamily="34"/>
            </a:endParaRPr>
          </a:p>
          <a:p>
            <a:pPr marL="88011" lvl="0" indent="0">
              <a:lnSpc>
                <a:spcPct val="100000"/>
              </a:lnSpc>
              <a:buNone/>
            </a:pPr>
            <a:endParaRPr lang="en-IN" sz="1800" dirty="0">
              <a:latin typeface="Arial Black" pitchFamily="34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06BA5B5-AFBE-B2E9-ACA4-E3A4FFAC14B7}"/>
              </a:ext>
            </a:extLst>
          </p:cNvPr>
          <p:cNvSpPr txBox="1"/>
          <p:nvPr/>
        </p:nvSpPr>
        <p:spPr>
          <a:xfrm>
            <a:off x="733011" y="1979832"/>
            <a:ext cx="326896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latin typeface="Arial Black" pitchFamily="34"/>
              </a:rPr>
              <a:t> </a:t>
            </a:r>
            <a:endParaRPr lang="en-IN" dirty="0"/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F39A2051-F482-3DA3-E191-D9F1A1B2B2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22648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0115117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1768</TotalTime>
  <Words>221</Words>
  <Application>Microsoft Office PowerPoint</Application>
  <PresentationFormat>Widescreen</PresentationFormat>
  <Paragraphs>48</Paragraphs>
  <Slides>5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1" baseType="lpstr">
      <vt:lpstr>Aptos</vt:lpstr>
      <vt:lpstr>Aptos Display</vt:lpstr>
      <vt:lpstr>Arial</vt:lpstr>
      <vt:lpstr>Arial Black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Preethika Aridass</dc:creator>
  <cp:lastModifiedBy>Malaravan S K</cp:lastModifiedBy>
  <cp:revision>10</cp:revision>
  <dcterms:created xsi:type="dcterms:W3CDTF">2025-09-28T16:01:37Z</dcterms:created>
  <dcterms:modified xsi:type="dcterms:W3CDTF">2026-07-28T01:08:19Z</dcterms:modified>
</cp:coreProperties>
</file>