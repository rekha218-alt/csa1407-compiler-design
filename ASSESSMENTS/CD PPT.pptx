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1"/>
  </p:sldMasterIdLst>
  <p:notesMasterIdLst>
    <p:notesMasterId r:id="rId9"/>
  </p:notesMasterIdLst>
  <p:sldIdLst>
    <p:sldId id="257" r:id="rId2"/>
    <p:sldId id="276" r:id="rId3"/>
    <p:sldId id="295" r:id="rId4"/>
    <p:sldId id="281" r:id="rId5"/>
    <p:sldId id="296" r:id="rId6"/>
    <p:sldId id="284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CE98A7-2611-41ED-A5C4-0F86FEC6AB2E}" v="2" dt="2026-07-27T15:25:59.4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aravan S K" userId="cb41924c533c8c38" providerId="LiveId" clId="{C5360F07-1FA9-466C-92F4-758287A2E0D2}"/>
    <pc:docChg chg="modSld">
      <pc:chgData name="Malaravan S K" userId="cb41924c533c8c38" providerId="LiveId" clId="{C5360F07-1FA9-466C-92F4-758287A2E0D2}" dt="2026-07-27T15:26:18.304" v="33" actId="20577"/>
      <pc:docMkLst>
        <pc:docMk/>
      </pc:docMkLst>
      <pc:sldChg chg="modSp mod">
        <pc:chgData name="Malaravan S K" userId="cb41924c533c8c38" providerId="LiveId" clId="{C5360F07-1FA9-466C-92F4-758287A2E0D2}" dt="2026-07-27T15:26:18.304" v="33" actId="20577"/>
        <pc:sldMkLst>
          <pc:docMk/>
          <pc:sldMk cId="1206370505" sldId="295"/>
        </pc:sldMkLst>
        <pc:spChg chg="mod">
          <ac:chgData name="Malaravan S K" userId="cb41924c533c8c38" providerId="LiveId" clId="{C5360F07-1FA9-466C-92F4-758287A2E0D2}" dt="2026-07-27T15:25:45.657" v="18" actId="20577"/>
          <ac:spMkLst>
            <pc:docMk/>
            <pc:sldMk cId="1206370505" sldId="295"/>
            <ac:spMk id="2" creationId="{CC9E0A7E-F813-6709-C3EB-63B5D40E19EA}"/>
          </ac:spMkLst>
        </pc:spChg>
        <pc:spChg chg="mod">
          <ac:chgData name="Malaravan S K" userId="cb41924c533c8c38" providerId="LiveId" clId="{C5360F07-1FA9-466C-92F4-758287A2E0D2}" dt="2026-07-27T15:26:18.304" v="33" actId="20577"/>
          <ac:spMkLst>
            <pc:docMk/>
            <pc:sldMk cId="1206370505" sldId="295"/>
            <ac:spMk id="4" creationId="{1DB9F9A0-2B18-9551-C2F0-2F2CB8E8D82B}"/>
          </ac:spMkLst>
        </pc:spChg>
      </pc:sldChg>
      <pc:sldChg chg="modSp mod">
        <pc:chgData name="Malaravan S K" userId="cb41924c533c8c38" providerId="LiveId" clId="{C5360F07-1FA9-466C-92F4-758287A2E0D2}" dt="2026-07-27T15:24:55.368" v="0" actId="1035"/>
        <pc:sldMkLst>
          <pc:docMk/>
          <pc:sldMk cId="2191529900" sldId="296"/>
        </pc:sldMkLst>
        <pc:cxnChg chg="mod">
          <ac:chgData name="Malaravan S K" userId="cb41924c533c8c38" providerId="LiveId" clId="{C5360F07-1FA9-466C-92F4-758287A2E0D2}" dt="2026-07-27T15:24:55.368" v="0" actId="1035"/>
          <ac:cxnSpMkLst>
            <pc:docMk/>
            <pc:sldMk cId="2191529900" sldId="296"/>
            <ac:cxnSpMk id="5" creationId="{F1290F7E-89EB-DD9C-92B2-97500369BDD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9E895-F540-4F50-8902-DA4ADD400CB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EDD64-9D27-44FC-86C0-2CAA5B7CE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315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EDD64-9D27-44FC-86C0-2CAA5B7CE58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576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DF131-4422-37EB-A303-F9EB4458B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EDC12-5DE1-B8E3-A9C0-E5DCFF6DD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CBCF2-972B-A7D8-2CD8-19EB00D7B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4DA94-D97C-5850-FF8F-BD59F9640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065B4-9943-32DE-7369-61F48E06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26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FEB6-D59A-7E8B-C570-0D2D8079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C7285-A5C7-C56C-1592-D7537867A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15327-C0BC-4573-15E8-D9D2809E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6D855-6303-FD46-547E-A2381461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B3EA1-EEF2-AAA8-B637-3F452E68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86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95C0F-7250-15C6-ABBF-248A9B9A8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B51E5-AF79-3B47-1B99-ADA35524E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7450F-67AA-0EBD-3D48-AB5CDA32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DA210-DFA5-DDE0-41C4-15B3F541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31137-2945-C06A-92E7-C20EFAF2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53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A7BB0-9023-F96B-41D8-00083777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7EF7-7ED0-F6A3-39D0-180F3DC5D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9CC6C-81BC-6FAF-281B-3B7EF7699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7927D-CA62-1EE5-59C5-7199037E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FF932-C748-F90F-DF2D-DAA93EB03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FA1AE-E81B-3EB5-FE7D-F4D9BB06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06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EF762-7DB6-441D-86C2-969D0837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8C63E-AF13-6986-7EEC-76130ED39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859DC-79CE-D6EC-8205-3183C9063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648E2-DE91-1552-B63D-093094177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096B12-AF3A-1143-3837-2C58B9BB8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1533D6-67BF-155E-FA00-18A8E636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007C5-292E-0104-F9E0-3B742D7F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6D823D-E6FD-4B46-5676-B505B3EA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04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D6F8-12F1-482D-308B-B0985828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3AEDF-AC42-ED4F-2587-425CBB390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F33C3-6543-7CFB-CB71-16552DBA6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0E44F-7888-4FA8-D61C-34BF7C73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766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BFC7B-8D3D-B135-EAF4-2EFDF142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CB3873-D2BA-6D64-5D44-8ADE928A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6CCA2-7BF6-D0D7-2F5C-B52EB01A6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30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F4FE-6736-2976-D6A1-9947E1B3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379CE-F01F-8279-0D45-F6EAE23AC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B9032-9CC6-63E5-D481-B3A6B2B0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1DF8E-861D-AB8E-5FBB-1899B69A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AD362-A039-BE82-8C38-298631A6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9153E-7C60-3436-D380-EBDD3FFF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64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AE90-9747-1CF8-FFA7-D7E353583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8C4DF0-80EF-F84A-C88F-0EA096F38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4EBAE-A412-0030-362B-79E1CFCD8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3C1E2-BD52-0FF3-F180-589C6F72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37B92-9D4E-B423-A1E2-3A57339E4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BCC4D-0D20-4B4B-4713-9C9B187E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911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425A-927C-33DE-3DD7-271912B9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43227-7BC4-C63F-727B-8A0A451B2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04FD7-5972-17F7-B039-98816D97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D2CAB-EF9B-B2A6-EFD3-B646FD59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B2462-F82D-AEB2-A260-A063A2720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56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845F52-81DA-9FFC-1A9F-BC23DF2C3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F1FF9-8919-9410-3EFF-5742FAACB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EF1C6-90CA-026E-2563-5F5BA156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C4E62-AEB7-8EFB-93C9-E68DE5CB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73133-7121-819A-F102-BD941947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75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8AE0F-DDFC-8ECF-F1D5-20DBB6C00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7476E-210A-6619-7A2F-F2FC6EAD4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A4988-BF46-201B-EA5E-F7D761DD2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8C4616-B13B-4EDF-BF09-26EB77467BE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0A05B-2B89-F421-E58A-9D633B9CB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81A3D-4FFC-4533-3E1D-F14AA9F87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34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317AD-47DF-F79C-969A-97E14DB41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A59741-142F-481A-85A1-88152257DE67}"/>
              </a:ext>
            </a:extLst>
          </p:cNvPr>
          <p:cNvSpPr txBox="1"/>
          <p:nvPr/>
        </p:nvSpPr>
        <p:spPr>
          <a:xfrm>
            <a:off x="1923030" y="1760177"/>
            <a:ext cx="8280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Compiler-Based Disaster Relief Resource Allocation for Faster and Accurate Emergency Response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23FCDD2E-9D4D-367C-DECF-56309AF0A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07" y="209369"/>
            <a:ext cx="4553379" cy="13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4D0485-158A-76E1-6B34-A1A975B21771}"/>
              </a:ext>
            </a:extLst>
          </p:cNvPr>
          <p:cNvSpPr txBox="1"/>
          <p:nvPr/>
        </p:nvSpPr>
        <p:spPr>
          <a:xfrm>
            <a:off x="918820" y="3926546"/>
            <a:ext cx="2626813" cy="188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011" lvl="0" indent="0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8011" lvl="0" indent="0">
              <a:lnSpc>
                <a:spcPct val="10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lv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Rekha S K (192511023)</a:t>
            </a:r>
          </a:p>
          <a:p>
            <a:pPr marL="88011" lvl="0" indent="0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Pallavi P 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192525448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8011" lv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Pavitra S (192525316)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6F398E-4369-5F95-AA7A-B2656DEF7678}"/>
              </a:ext>
            </a:extLst>
          </p:cNvPr>
          <p:cNvSpPr txBox="1"/>
          <p:nvPr/>
        </p:nvSpPr>
        <p:spPr>
          <a:xfrm>
            <a:off x="8011888" y="4328849"/>
            <a:ext cx="28752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N. Deepa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dmissions — SIMATS">
            <a:extLst>
              <a:ext uri="{FF2B5EF4-FFF2-40B4-BE49-F238E27FC236}">
                <a16:creationId xmlns:a16="http://schemas.microsoft.com/office/drawing/2014/main" id="{2E56F276-E66D-5432-119E-2ED16C8FA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506" y="209369"/>
            <a:ext cx="5732186" cy="123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050CA8-B9A2-BFB2-B56D-6DC208FE9945}"/>
              </a:ext>
            </a:extLst>
          </p:cNvPr>
          <p:cNvSpPr txBox="1"/>
          <p:nvPr/>
        </p:nvSpPr>
        <p:spPr>
          <a:xfrm>
            <a:off x="3545633" y="3028272"/>
            <a:ext cx="4471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CSA1407-COMPILER DESIGN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169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3AF16-9F16-311F-F966-CB05E141A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>
            <a:extLst>
              <a:ext uri="{FF2B5EF4-FFF2-40B4-BE49-F238E27FC236}">
                <a16:creationId xmlns:a16="http://schemas.microsoft.com/office/drawing/2014/main" id="{35007D36-DB4D-5F9D-5213-4A7A10613B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79"/>
          <a:stretch>
            <a:fillRect/>
          </a:stretch>
        </p:blipFill>
        <p:spPr bwMode="auto">
          <a:xfrm>
            <a:off x="396308" y="209369"/>
            <a:ext cx="1193954" cy="13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dmissions — SIMATS">
            <a:extLst>
              <a:ext uri="{FF2B5EF4-FFF2-40B4-BE49-F238E27FC236}">
                <a16:creationId xmlns:a16="http://schemas.microsoft.com/office/drawing/2014/main" id="{EDBDC613-5EA0-5576-0190-D8357BA68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03"/>
          <a:stretch>
            <a:fillRect/>
          </a:stretch>
        </p:blipFill>
        <p:spPr bwMode="auto">
          <a:xfrm>
            <a:off x="10454546" y="209369"/>
            <a:ext cx="1341146" cy="123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873B28-9EB6-077D-42E6-DDC269C3D841}"/>
              </a:ext>
            </a:extLst>
          </p:cNvPr>
          <p:cNvSpPr txBox="1"/>
          <p:nvPr/>
        </p:nvSpPr>
        <p:spPr>
          <a:xfrm>
            <a:off x="4426735" y="646716"/>
            <a:ext cx="31913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36392-E11D-4F29-C2ED-DE4EBAF98C67}"/>
              </a:ext>
            </a:extLst>
          </p:cNvPr>
          <p:cNvSpPr txBox="1"/>
          <p:nvPr/>
        </p:nvSpPr>
        <p:spPr>
          <a:xfrm>
            <a:off x="1688840" y="1771351"/>
            <a:ext cx="8472195" cy="4439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disasters such as floods, earthquakes, cyclones, and fires require quick and efficient resource allocation.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disaster management uses manual verification, causing delays.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compiler design concepts like lexical analysis, syntax checking, semantic validation, and rule-based execution to process emergency requests.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inputs, allocates resources, and generates reports automatically, improving response speed, reducing human errors, and ensuring accurate relief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3841338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63F67-0A38-207E-9F50-87CC0F71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>
            <a:extLst>
              <a:ext uri="{FF2B5EF4-FFF2-40B4-BE49-F238E27FC236}">
                <a16:creationId xmlns:a16="http://schemas.microsoft.com/office/drawing/2014/main" id="{0B477654-DB04-BE09-C77F-765C87AADB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79"/>
          <a:stretch>
            <a:fillRect/>
          </a:stretch>
        </p:blipFill>
        <p:spPr bwMode="auto">
          <a:xfrm>
            <a:off x="396308" y="209369"/>
            <a:ext cx="1193954" cy="13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dmissions — SIMATS">
            <a:extLst>
              <a:ext uri="{FF2B5EF4-FFF2-40B4-BE49-F238E27FC236}">
                <a16:creationId xmlns:a16="http://schemas.microsoft.com/office/drawing/2014/main" id="{BEA943F8-00B7-4354-6343-FBC09FBA8F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03"/>
          <a:stretch>
            <a:fillRect/>
          </a:stretch>
        </p:blipFill>
        <p:spPr bwMode="auto">
          <a:xfrm>
            <a:off x="10454546" y="209369"/>
            <a:ext cx="1341146" cy="123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5A4119-505F-0A8D-8799-5C43C0DDE2A7}"/>
              </a:ext>
            </a:extLst>
          </p:cNvPr>
          <p:cNvSpPr txBox="1"/>
          <p:nvPr/>
        </p:nvSpPr>
        <p:spPr>
          <a:xfrm>
            <a:off x="2336516" y="576057"/>
            <a:ext cx="75189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Deployment &amp; Software Requirements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9E0A7E-F813-6709-C3EB-63B5D40E19EA}"/>
              </a:ext>
            </a:extLst>
          </p:cNvPr>
          <p:cNvSpPr txBox="1"/>
          <p:nvPr/>
        </p:nvSpPr>
        <p:spPr>
          <a:xfrm>
            <a:off x="1471979" y="1754071"/>
            <a:ext cx="2978723" cy="388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Deployment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C Programming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Visual Studio Code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Compiler: GCC Compiler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Localhost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F9A0-2B18-9551-C2F0-2F2CB8E8D82B}"/>
              </a:ext>
            </a:extLst>
          </p:cNvPr>
          <p:cNvSpPr txBox="1"/>
          <p:nvPr/>
        </p:nvSpPr>
        <p:spPr>
          <a:xfrm>
            <a:off x="7347873" y="1946688"/>
            <a:ext cx="2503891" cy="33319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 Compiler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983580-158F-E724-667C-3474192B963B}"/>
              </a:ext>
            </a:extLst>
          </p:cNvPr>
          <p:cNvCxnSpPr/>
          <p:nvPr/>
        </p:nvCxnSpPr>
        <p:spPr>
          <a:xfrm>
            <a:off x="5934269" y="1607284"/>
            <a:ext cx="0" cy="455092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370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C3AE2-3803-34FC-8AFB-97DCEFB1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936B35-675A-6E7C-81F1-0EF9747A5070}"/>
              </a:ext>
            </a:extLst>
          </p:cNvPr>
          <p:cNvSpPr txBox="1"/>
          <p:nvPr/>
        </p:nvSpPr>
        <p:spPr>
          <a:xfrm>
            <a:off x="2221332" y="492827"/>
            <a:ext cx="80091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DEE20F54-3073-77C2-3A0F-3C08F3994D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79"/>
          <a:stretch>
            <a:fillRect/>
          </a:stretch>
        </p:blipFill>
        <p:spPr bwMode="auto">
          <a:xfrm>
            <a:off x="396308" y="209369"/>
            <a:ext cx="1193954" cy="13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dmissions — SIMATS">
            <a:extLst>
              <a:ext uri="{FF2B5EF4-FFF2-40B4-BE49-F238E27FC236}">
                <a16:creationId xmlns:a16="http://schemas.microsoft.com/office/drawing/2014/main" id="{FED725F8-ABF9-7894-3976-C396DF7CEB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03"/>
          <a:stretch>
            <a:fillRect/>
          </a:stretch>
        </p:blipFill>
        <p:spPr bwMode="auto">
          <a:xfrm>
            <a:off x="10454546" y="209369"/>
            <a:ext cx="1341146" cy="123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10A602-8847-2213-D723-D20E914C6D2C}"/>
              </a:ext>
            </a:extLst>
          </p:cNvPr>
          <p:cNvSpPr txBox="1"/>
          <p:nvPr/>
        </p:nvSpPr>
        <p:spPr>
          <a:xfrm>
            <a:off x="4164188" y="509793"/>
            <a:ext cx="3346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E79069-9DD8-E584-5952-68C07B910DC6}"/>
              </a:ext>
            </a:extLst>
          </p:cNvPr>
          <p:cNvSpPr txBox="1"/>
          <p:nvPr/>
        </p:nvSpPr>
        <p:spPr>
          <a:xfrm>
            <a:off x="1714412" y="1513978"/>
            <a:ext cx="8246505" cy="4439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disaster management systems depend on manual verification, increasing response time during emergencies.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lack compiler-like syntax and rule validation before processing disaster requests.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is often manual, causing inefficient distribution of relief materials.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have limited automation in report generation, resource tracking, and prioritizing emergency requests based on disaster severity and available resources.</a:t>
            </a:r>
          </a:p>
        </p:txBody>
      </p:sp>
    </p:spTree>
    <p:extLst>
      <p:ext uri="{BB962C8B-B14F-4D97-AF65-F5344CB8AC3E}">
        <p14:creationId xmlns:p14="http://schemas.microsoft.com/office/powerpoint/2010/main" val="2121779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04071-FB29-BD35-C568-E93077E3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F5F383-A1FE-2A29-D702-218A01C0A385}"/>
              </a:ext>
            </a:extLst>
          </p:cNvPr>
          <p:cNvSpPr txBox="1"/>
          <p:nvPr/>
        </p:nvSpPr>
        <p:spPr>
          <a:xfrm>
            <a:off x="3405673" y="492827"/>
            <a:ext cx="4879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537E1220-12CD-6755-E6C0-E1FE228B35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79"/>
          <a:stretch>
            <a:fillRect/>
          </a:stretch>
        </p:blipFill>
        <p:spPr bwMode="auto">
          <a:xfrm>
            <a:off x="396308" y="209369"/>
            <a:ext cx="1193954" cy="13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dmissions — SIMATS">
            <a:extLst>
              <a:ext uri="{FF2B5EF4-FFF2-40B4-BE49-F238E27FC236}">
                <a16:creationId xmlns:a16="http://schemas.microsoft.com/office/drawing/2014/main" id="{8A9846D6-7675-8D79-4F28-672496D0CA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03"/>
          <a:stretch>
            <a:fillRect/>
          </a:stretch>
        </p:blipFill>
        <p:spPr bwMode="auto">
          <a:xfrm>
            <a:off x="10454546" y="209369"/>
            <a:ext cx="1341146" cy="123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90F257-9D67-3E47-71BF-F1C1D75F4932}"/>
              </a:ext>
            </a:extLst>
          </p:cNvPr>
          <p:cNvSpPr txBox="1"/>
          <p:nvPr/>
        </p:nvSpPr>
        <p:spPr>
          <a:xfrm>
            <a:off x="3508214" y="492827"/>
            <a:ext cx="47773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Input Processing 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Rule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E4279-7F18-383B-3DDF-6E74D144D301}"/>
              </a:ext>
            </a:extLst>
          </p:cNvPr>
          <p:cNvSpPr txBox="1"/>
          <p:nvPr/>
        </p:nvSpPr>
        <p:spPr>
          <a:xfrm>
            <a:off x="846730" y="2090057"/>
            <a:ext cx="3993162" cy="3331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disaster details.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checks valid input format.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inputs are rejected.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errors are identified.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requests move to the allocation module.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1290F7E-89EB-DD9C-92B2-97500369BDDF}"/>
              </a:ext>
            </a:extLst>
          </p:cNvPr>
          <p:cNvCxnSpPr>
            <a:cxnSpLocks/>
          </p:cNvCxnSpPr>
          <p:nvPr/>
        </p:nvCxnSpPr>
        <p:spPr>
          <a:xfrm>
            <a:off x="5075854" y="1779688"/>
            <a:ext cx="0" cy="4443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B419B7-FEA0-CFED-A945-99629876472F}"/>
              </a:ext>
            </a:extLst>
          </p:cNvPr>
          <p:cNvSpPr txBox="1"/>
          <p:nvPr/>
        </p:nvSpPr>
        <p:spPr>
          <a:xfrm>
            <a:off x="5758338" y="2136710"/>
            <a:ext cx="5054492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Phases Used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Lexical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valid words and symbols.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Syntax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the input follows the correct format.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Semantic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logical correctness. </a:t>
            </a:r>
          </a:p>
        </p:txBody>
      </p:sp>
    </p:spTree>
    <p:extLst>
      <p:ext uri="{BB962C8B-B14F-4D97-AF65-F5344CB8AC3E}">
        <p14:creationId xmlns:p14="http://schemas.microsoft.com/office/powerpoint/2010/main" val="2191529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80D3C-69E3-80FB-63C2-1608A414F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>
            <a:extLst>
              <a:ext uri="{FF2B5EF4-FFF2-40B4-BE49-F238E27FC236}">
                <a16:creationId xmlns:a16="http://schemas.microsoft.com/office/drawing/2014/main" id="{F22EC767-DADE-BF4E-F1C0-25A1BC8AE2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79"/>
          <a:stretch>
            <a:fillRect/>
          </a:stretch>
        </p:blipFill>
        <p:spPr bwMode="auto">
          <a:xfrm>
            <a:off x="396308" y="209369"/>
            <a:ext cx="1193954" cy="13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dmissions — SIMATS">
            <a:extLst>
              <a:ext uri="{FF2B5EF4-FFF2-40B4-BE49-F238E27FC236}">
                <a16:creationId xmlns:a16="http://schemas.microsoft.com/office/drawing/2014/main" id="{42C71F55-9538-C718-A0A6-E3062D7CB4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03"/>
          <a:stretch>
            <a:fillRect/>
          </a:stretch>
        </p:blipFill>
        <p:spPr bwMode="auto">
          <a:xfrm>
            <a:off x="10454546" y="209369"/>
            <a:ext cx="1341146" cy="123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1C683C-F80F-8365-0F77-82991B739ECE}"/>
              </a:ext>
            </a:extLst>
          </p:cNvPr>
          <p:cNvSpPr txBox="1"/>
          <p:nvPr/>
        </p:nvSpPr>
        <p:spPr>
          <a:xfrm>
            <a:off x="3608325" y="431272"/>
            <a:ext cx="44901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Resource Allocation Rule Engine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7540E8-E6BB-E90D-DFE2-0D35134773B3}"/>
              </a:ext>
            </a:extLst>
          </p:cNvPr>
          <p:cNvSpPr txBox="1"/>
          <p:nvPr/>
        </p:nvSpPr>
        <p:spPr>
          <a:xfrm>
            <a:off x="993285" y="2124459"/>
            <a:ext cx="4282751" cy="3331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validated requests.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predefined allocation rules.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food, water, medicine, and rescue teams.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high-risk disaster areas.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allocation details in the database.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0FAF95-E3B8-31FB-F1D1-845EE1C3C375}"/>
              </a:ext>
            </a:extLst>
          </p:cNvPr>
          <p:cNvCxnSpPr/>
          <p:nvPr/>
        </p:nvCxnSpPr>
        <p:spPr>
          <a:xfrm>
            <a:off x="5853403" y="1735493"/>
            <a:ext cx="0" cy="4376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E9C0410-DBFE-8504-DA29-36EEB5157EBB}"/>
              </a:ext>
            </a:extLst>
          </p:cNvPr>
          <p:cNvSpPr txBox="1"/>
          <p:nvPr/>
        </p:nvSpPr>
        <p:spPr>
          <a:xfrm>
            <a:off x="6634966" y="1847460"/>
            <a:ext cx="4490153" cy="388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Phases Used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Intermediate Code Generation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validated input into internal instructions.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Code Optimization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unnecessary processing.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resources efficiently.</a:t>
            </a:r>
          </a:p>
        </p:txBody>
      </p:sp>
    </p:spTree>
    <p:extLst>
      <p:ext uri="{BB962C8B-B14F-4D97-AF65-F5344CB8AC3E}">
        <p14:creationId xmlns:p14="http://schemas.microsoft.com/office/powerpoint/2010/main" val="1590395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15AAC-6985-5A88-58DA-DB3062A35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F083E7-520E-F890-D8F9-D3B5F9C87796}"/>
              </a:ext>
            </a:extLst>
          </p:cNvPr>
          <p:cNvSpPr txBox="1"/>
          <p:nvPr/>
        </p:nvSpPr>
        <p:spPr>
          <a:xfrm>
            <a:off x="733011" y="2690336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011" lvl="0" indent="0">
              <a:lnSpc>
                <a:spcPct val="100000"/>
              </a:lnSpc>
              <a:buNone/>
            </a:pPr>
            <a:endParaRPr lang="en-IN" dirty="0">
              <a:latin typeface="Arial Black" pitchFamily="34"/>
            </a:endParaRPr>
          </a:p>
          <a:p>
            <a:pPr marL="88011" lvl="0" indent="0">
              <a:lnSpc>
                <a:spcPct val="100000"/>
              </a:lnSpc>
              <a:buNone/>
            </a:pPr>
            <a:endParaRPr lang="en-IN" sz="1800" dirty="0">
              <a:latin typeface="Arial Black" pitchFamily="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BA5B5-AFBE-B2E9-ACA4-E3A4FFAC14B7}"/>
              </a:ext>
            </a:extLst>
          </p:cNvPr>
          <p:cNvSpPr txBox="1"/>
          <p:nvPr/>
        </p:nvSpPr>
        <p:spPr>
          <a:xfrm>
            <a:off x="733011" y="1979832"/>
            <a:ext cx="3268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 Black" pitchFamily="34"/>
              </a:rPr>
              <a:t> 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39A2051-F482-3DA3-E191-D9F1A1B2B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264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151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1870</TotalTime>
  <Words>369</Words>
  <Application>Microsoft Office PowerPoint</Application>
  <PresentationFormat>Widescreen</PresentationFormat>
  <Paragraphs>62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Preethika Aridass</dc:creator>
  <cp:lastModifiedBy>Malaravan S K</cp:lastModifiedBy>
  <cp:revision>12</cp:revision>
  <dcterms:created xsi:type="dcterms:W3CDTF">2025-09-28T16:01:37Z</dcterms:created>
  <dcterms:modified xsi:type="dcterms:W3CDTF">2026-08-29T05:20:58Z</dcterms:modified>
</cp:coreProperties>
</file>